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los cambios realizados, no una propuesta de desarrollo. Fuente: FILES\Historial_Chat_Desarrollo.md, entradas del 22 al 29 de octubre de 2026. Audiencia: dirección. Los resultados económicos y tiempos de ahorro no se han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Cuatro frentes de mejora dentro de un mismo flujo de trabajo.</a:t>
            </a:r>
          </a:p>
          <a:p>
            <a:r>
              <a:t>Fuente principal: FILES\Historial_Chat_Desarrollo.md; 22 oct 10:46; 23 oct 10:18–15:57; 27 oct; 29 oct.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Del rediseño del presupuesto a una selección con avisos contextuales.</a:t>
            </a:r>
          </a:p>
          <a:p>
            <a:r>
              <a:t>Fuente principal: FILES\Historial_Chat_Desarrollo.md; Entradas del 22, 23, 27 y 29 oct 2026.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Comparación de situaciones previas documentadas y su tratamiento actual.</a:t>
            </a:r>
          </a:p>
          <a:p>
            <a:r>
              <a:t>Fuente principal: FILES\Historial_Chat_Desarrollo.md; 22 oct 11:51; 23 oct 10:18, 11:44; 27 oct 11:37–11:58.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Los módulos existentes se articulan sin cambiar el propósito del selector.</a:t>
            </a:r>
          </a:p>
          <a:p>
            <a:r>
              <a:t>Fuente principal: FILES\Historial_Chat_Desarrollo.md; 22 oct 10:46; 23 oct 11:44–15:57; 27 oct 11:26.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Se rediseñó la pestaña con la estructura del presupuesto utilizado como base.</a:t>
            </a:r>
          </a:p>
          <a:p>
            <a:r>
              <a:t>Fuente principal: FILES\Historial_Chat_Desarrollo.md; 22 oct 10:46, 11:51; referencia CA_NNN_26_PRESUPUESTO.xlsx.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La selección de materiales vuelve a apoyarse en la base de partes.</a:t>
            </a:r>
          </a:p>
          <a:p>
            <a:r>
              <a:t>Fuente principal: FILES\Historial_Chat_Desarrollo.md; 22 oct 11:38.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El archivo exportado conserva la lógica del presupuesto, no solo el aspecto visual.</a:t>
            </a:r>
          </a:p>
          <a:p>
            <a:r>
              <a:t>Fuente principal: FILES\Historial_Chat_Desarrollo.md; 22 oct 10:46; 23 oct 11:44.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El usuario puede ajustar la oferta sin perder la referencia del presupuesto.</a:t>
            </a:r>
          </a:p>
          <a:p>
            <a:r>
              <a:t>Fuente principal: FILES\Historial_Chat_Desarrollo.md; 23 oct 11:44, 12:00.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Se reforzó la separación visual y funcional de las consideraciones.</a:t>
            </a:r>
          </a:p>
          <a:p>
            <a:r>
              <a:t>Fuente principal: FILES\Historial_Chat_Desarrollo.md; 22 oct 12:16–12:31, 14:31; 23 oct 12:10.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La oferta incorpora datos editables antes de generar el documento.</a:t>
            </a:r>
          </a:p>
          <a:p>
            <a:r>
              <a:t>Fuente principal: FILES\Historial_Chat_Desarrollo.md; 23 oct 13:44.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La acción «Generar oferta» utiliza una plantilla autorizada por el usuario.</a:t>
            </a:r>
          </a:p>
          <a:p>
            <a:r>
              <a:t>Fuente principal: FILES\Historial_Chat_Desarrollo.md; 23 oct 11:10, 11:44, 12:10, 13:44, 15:57.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El documento puede incorporar el gráfico actual de la selección.</a:t>
            </a:r>
          </a:p>
          <a:p>
            <a:r>
              <a:t>Fuente principal: FILES\Historial_Chat_Desarrollo.md; 23 oct 15:57.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El nombre de descarga usa la cotización y el cliente del formulario.</a:t>
            </a:r>
          </a:p>
          <a:p>
            <a:r>
              <a:t>Fuente principal: FILES\Historial_Chat_Desarrollo.md; 27 oct 11:15.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La sección 0 facilita identificar a quién corresponde la selección.</a:t>
            </a:r>
          </a:p>
          <a:p>
            <a:r>
              <a:t>Fuente principal: FILES\Historial_Chat_Desarrollo.md; 27 oct 11:26–11:34; 22 oct 14:31.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La base de procesos puede aportar valores iniciales sin inventar datos técnicos.</a:t>
            </a:r>
          </a:p>
          <a:p>
            <a:r>
              <a:t>Fuente principal: FILES\Historial_Chat_Desarrollo.md; 27 oct 11:37, 11:46, 11:52.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El conocimiento asociado al proceso es visible sin ocupar toda la pantalla.</a:t>
            </a:r>
          </a:p>
          <a:p>
            <a:r>
              <a:t>Fuente principal: FILES\Historial_Chat_Desarrollo.md; 27 oct 11:58; 29 oct 09:30.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Se ajustaron los tramos bajos y se advierte cuándo se extrapola la curva.</a:t>
            </a:r>
          </a:p>
          <a:p>
            <a:r>
              <a:t>Fuente principal: FILES\Historial_Chat_Desarrollo.md; 27 oct 12:03, 12:05, 12:07, 12:09.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Se cambió la representación del coeficiente conservando la potencia calculada.</a:t>
            </a:r>
          </a:p>
          <a:p>
            <a:r>
              <a:t>Fuente principal: FILES\Historial_Chat_Desarrollo.md; 27 oct 12:20; calculator.js.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Se retiran los campos visibles de referencia y máximo; se conserva el dato interno.</a:t>
            </a:r>
          </a:p>
          <a:p>
            <a:r>
              <a:t>Fuente principal: FILES\Historial_Chat_Desarrollo.md; 29 oct 09:52.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La aplicación permite comprobar y gestionar los vínculos desde un mismo panel.</a:t>
            </a:r>
          </a:p>
          <a:p>
            <a:r>
              <a:t>Fuente principal: FILES\Historial_Chat_Desarrollo.md; 23 oct 10:18, 10:33.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Se añadió una guardia de concurrencia optimista en las seis bases.</a:t>
            </a:r>
          </a:p>
          <a:p>
            <a:r>
              <a:t>Fuente principal: FILES\Historial_Chat_Desarrollo.md; 23 oct 10:43, 10:50.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Evidencia documentada en el historial; la cobertura varía según el cambio.</a:t>
            </a:r>
          </a:p>
          <a:p>
            <a:r>
              <a:t>Fuente principal: FILES\Historial_Chat_Desarrollo.md; Apartados de validación del historial; pruebas del 29 oct y publicación 3ef52f1.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Recomendaciones de gestión; no se presentan como desarrollos ya realizados.</a:t>
            </a:r>
          </a:p>
          <a:p>
            <a:r>
              <a:t>Fuente principal: FILES\Historial_Chat_Desarrollo.md; 23 oct 10:43, 10:50, 11:44, 15:57; recomendaciones de esta presentación.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Cambios implementados y publicados, con límites y validaciones identificados.</a:t>
            </a:r>
          </a:p>
          <a:p>
            <a:r>
              <a:t>Fuente principal: FILES\Historial_Chat_Desarrollo.md; Historial completo 22–29 oct; FILES\Variables_Plantilla_Cotizacion.md; github.com/os-c-ar/ag-selector.</a:t>
            </a:r>
          </a:p>
          <a:p>
            <a:r>
              <a:t>Los beneficios se presentan como aportes funcionales, no como ahorros medidos. Las pruebas históricas se identifican como documentadas; no se afirma una nueva validación completa de todos los módulos.</a:t>
            </a:r>
          </a:p>
          <a:p>
            <a:r>
              <a:t>Corte de código publicado: commit 3ef52f131ce8433ccbc6634fddcff488dd6e567a, main.</a:t>
            </a:r>
          </a:p>
          <a:p>
            <a:r>
              <a:t>Fuentes para consulta: FILES\Historial_Chat_Desarrollo.md; FILES\Variables_Plantilla_Cotizacion.md; calculator.js; costeo.js; database.js; offer.js; dblink.js; persist.js; records.js; index.html; styles.css.</a:t>
            </a:r>
          </a:p>
          <a:p>
            <a:r>
              <a:t>Repositorio: https://github.com/os-c-ar/ag-selector</a:t>
            </a:r>
          </a:p>
          <a:p>
            <a:r>
              <a:t>Commit: https://github.com/os-c-ar/ag-selector/commit/3ef52f131ce8433ccbc6634fddcff488dd6e567a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9856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n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713232"/>
            <a:ext cx="1965960" cy="5062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828800"/>
            <a:ext cx="7589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8FE1AE"/>
                </a:solidFill>
                <a:latin typeface="Arial"/>
              </a:defRPr>
            </a:pPr>
            <a:r>
              <a:t>PRESENTACIÓN PARA DIRECCIÓN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777240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t>AG SELECTOR</a:t>
            </a:r>
          </a:p>
          <a:p>
            <a:pPr>
              <a:spcAft>
                <a:spcPts val="90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t>Cambios realizados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251960"/>
            <a:ext cx="77724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DCE8F2"/>
                </a:solidFill>
                <a:latin typeface="Arial"/>
              </a:defRPr>
            </a:pPr>
            <a:r>
              <a:t>Selección técnica · Costeo · Ofertas · Gestión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560320"/>
            <a:ext cx="24688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22–29 OCT</a:t>
            </a:r>
          </a:p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852160"/>
            <a:ext cx="77724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DCE8F2"/>
                </a:solidFill>
                <a:latin typeface="Arial"/>
              </a:defRPr>
            </a:pPr>
            <a:r>
              <a:t>Basado en el historial del proyecto y el código publicado</a:t>
            </a:r>
          </a:p>
          <a:p>
            <a:pPr>
              <a:spcAft>
                <a:spcPts val="900"/>
              </a:spcAft>
              <a:defRPr sz="1300" b="0">
                <a:solidFill>
                  <a:srgbClr val="DCE8F2"/>
                </a:solidFill>
                <a:latin typeface="Arial"/>
              </a:defRPr>
            </a:pPr>
            <a:r>
              <a:t>Corte: 29 de octubre de 2026 · Commit 3ef52f1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VISIÓN DE DIRECCIÓN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Resumen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Cuatro frentes de mejora dentro de un mismo flujo de trabajo.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02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Selección más guiada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Datos típicos por proceso, recomendaciones consultables y avisos técnicos contextuales.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Costeo más consistente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Presupuesto alineado con la referencia, catálogo de partes y precios comerciales explícitos.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Oferta y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Word con más variables y diagrama; seis bases con estado de vínculo y aviso de conflicto.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Avance funcional publicado; el impacto en productividad aún debe medirse.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CRONOLOGÍA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Evolución del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Del rediseño del presupuesto a una selección con avisos contextuales.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03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50008"/>
            <a:ext cx="134874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68879"/>
            <a:ext cx="11521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Fecha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2350008"/>
            <a:ext cx="7109459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2468879"/>
            <a:ext cx="6912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Cambios principales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2350008"/>
            <a:ext cx="262890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6567" y="2468879"/>
            <a:ext cx="24323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Foco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31566"/>
            <a:ext cx="134874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50438"/>
            <a:ext cx="11521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22 oct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2931566"/>
            <a:ext cx="7109459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84248" y="3050438"/>
            <a:ext cx="6912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Costeo, catálogo, Excel y separación de comentarios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2931566"/>
            <a:ext cx="26289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7" y="3050438"/>
            <a:ext cx="24323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Orden y consistencia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13124"/>
            <a:ext cx="134874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631996"/>
            <a:ext cx="11521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23 oct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3513124"/>
            <a:ext cx="7109459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84248" y="3631996"/>
            <a:ext cx="6912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Vínculos, conflictos, precios y oferta Word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3513124"/>
            <a:ext cx="26289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7" y="3631996"/>
            <a:ext cx="24323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Integración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94683"/>
            <a:ext cx="134874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213555"/>
            <a:ext cx="11521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27 oct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4519" y="4094683"/>
            <a:ext cx="7109459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4248" y="4213555"/>
            <a:ext cx="6912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Datos generales, procesos, viscosidad y Kp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4094683"/>
            <a:ext cx="26289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7" y="4213555"/>
            <a:ext cx="24323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Claridad técnica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76241"/>
            <a:ext cx="134874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795113"/>
            <a:ext cx="11521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29 oct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19" y="4676241"/>
            <a:ext cx="7109459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84248" y="4795113"/>
            <a:ext cx="6912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Señal de recomendaciones, aviso RPM y publicación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4676241"/>
            <a:ext cx="26289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7" y="4795113"/>
            <a:ext cx="24323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Consulta oportuna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El desarrollo responde a solicitudes y decisiones registradas en el historial.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ANTES / AHORA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Qué cambió en la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Comparación de situaciones previas documentadas y su tratamiento actual.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04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50008"/>
            <a:ext cx="153162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68879"/>
            <a:ext cx="13350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Frente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2350008"/>
            <a:ext cx="473202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7128" y="2468879"/>
            <a:ext cx="45354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Situación previa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2350008"/>
            <a:ext cx="4823459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2468879"/>
            <a:ext cx="4626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Cambio realizado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31566"/>
            <a:ext cx="153162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50438"/>
            <a:ext cx="13350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Presupuesto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2931566"/>
            <a:ext cx="473202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7128" y="3050438"/>
            <a:ext cx="45354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Columnas de ejecución en el costeo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931566"/>
            <a:ext cx="4823459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3050438"/>
            <a:ext cx="4626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Se retiran de pantalla y Excel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13124"/>
            <a:ext cx="153162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631996"/>
            <a:ext cx="13350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Bases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3513124"/>
            <a:ext cx="473202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8" y="3631996"/>
            <a:ext cx="45354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Vínculos sin visibilidad cruzada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3513124"/>
            <a:ext cx="4823459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22008" y="3631996"/>
            <a:ext cx="4626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Indicador global y panel de seis bases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94683"/>
            <a:ext cx="153162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213555"/>
            <a:ext cx="13350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Precios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4094683"/>
            <a:ext cx="473202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67128" y="4213555"/>
            <a:ext cx="45354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Necesidad de separar cálculo y oferta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4094683"/>
            <a:ext cx="4823459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22008" y="4213555"/>
            <a:ext cx="4626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Precio final editable y retorno al cálculo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76241"/>
            <a:ext cx="153162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795113"/>
            <a:ext cx="13350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Selección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4676241"/>
            <a:ext cx="473202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67128" y="4795113"/>
            <a:ext cx="453542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Necesidad de orientación por proceso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4676241"/>
            <a:ext cx="4823459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22008" y="4795113"/>
            <a:ext cx="462686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Valores típicos, texto y señales de consulta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Se priorizó distinguir información interna, comercial y de advertencia.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FLUJO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Un flujo de información más conectado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Los módulos existentes se articulan sin cambiar el propósito del selector.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05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1. Definir y seleccionar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Cliente y elaborador → proceso y fluido → tanque, propelas y velocidad.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2. Construir presupuesto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Partes de catálogo + ingeniería + factores → costos y precio final COP o USD.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3. Preparar la entrega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Condiciones para el cliente + diagrama → oferta Word; presupuesto → Excel.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Los registros conservan datos de selección, resultados y campos comerciales.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COSTEO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Costeo alineado con la hoja de referencia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rediseñó la pestaña con la estructura del presupuesto utilizado como 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06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Estructura editable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Filas de materiales y de servicios / ingeniería con alta, edición y eliminación.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Totales organizados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Factores del presupuesto, empaque, transporte y resultados en COP y USD.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Alcance depurado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retiran las cuatro columnas de verificación propias de la ejecución del pedido.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La validación documentada contrastó subtotales con el Excel de referencia.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COSTEO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Catálogo de partes reincorporado al costeo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selección de materiales vuelve a apoyarse en la base de partes.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07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Categoría y código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Selección desde catálogo, con descripción y precio unitario autocompletados.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Ajustes controlados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Descripción y precio siguen editables; se informa estado válido, manual o no encontrado.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Casos especiales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Otros permite ingreso libre; No aplica lleva el precio a cero; Placa conserva su regla previa.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La restauración del catálogo corrigió una pérdida funcional del primer rediseño.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EXPORTACIÓN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Excel con fórmulas y valores numéricos correctos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El archivo exportado conserva la lógica del presupuesto, no solo el aspecto visual.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08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Fórmulas reales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El presupuesto exportado incluye cálculos de Excel y la estructura por secciones.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Precisión de origen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Los resultados cacheados se toman del cálculo numérico, no del texto con separadores.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Márgenes consistentes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pantalla muestra porcentajes; el Excel conserva fracciones y formato porcentual.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Se documentó revisión del XML exportado y de los valores de margen.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PRECIOS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Precio calculado y precio comercial diferenciados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El usuario puede ajustar la oferta sin perder la referencia del presupuesto.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09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Lectura comercial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Bloque verde de precios para el cliente, con moneda COP / USD y total destacado.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Precio final editable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conserva el valor manual al recalcular hasta usar «Usar precio calculado».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Regla explícita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Cambiar la moneda restablece el precio calculado; no convierte el precio manual.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Cantidad × precio unitario final define el total comercial de la oferta.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COMUNICACIÓN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Lo interno y lo que recibe el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reforzó la separación visual y funcional de las consideraciones.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10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Uso interno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Secciones técnicas y comerciales identificadas para información que no se envía al cliente.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Para la oferta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Secciones del cliente con verde institucional, icono y texto explicativo de su alcance.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Contenido ordenado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Las consideraciones comerciales se transfieren por línea, respetando orden y vacíos.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La mejora no depende solo del color: incorpora texto de alcance e iconos.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OFERTA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Condiciones comerciales explícitas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oferta incorpora datos editables antes de generar el documento.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11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Seis condiciones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Validez, tiempo de entrega, forma de pago, sitio de entrega, empaque y garantía.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Persistencia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Los registros nuevos conservan los campos, incluso los dejados vacíos intencionalmente.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Compatibilidad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Registros antiguos reciben valores iniciales; se mantienen variables previas del elaborador.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La información comercial queda disponible para las variables de Word.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Generación de oferta Word ampliada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acción «Generar oferta» utiliza una plantilla autorizada por el usuario.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Carpeta de plantillas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recuerda la ubicación elegida; el navegador mantiene el control de permisos.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Más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Cantidad, moneda, tasa, precios, márgenes, condiciones y datos del elaborador.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Texto protegido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corrige el tratamiento de marcas fragmentadas y el escape de caracteres XML.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La plantilla original no se modifica al generar la oferta.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Diagrama general dentro de la 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El documento puede incorporar el gráfico actual de la selección.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13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Imagen integrada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variable diagrama_general inserta un PNG con elevación y vista superior.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Reglas de inserción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marca debe ocupar su propio párrafo; se conserva la proporción de la imagen.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Contenido circundante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normalización respeta tabulaciones, saltos, dibujos y formato alrededor de las marcas.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Se validó la estructura del DOCX; la representación final en Word requiere revisión.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TRAZABILIDAD DOCUMENTAL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Archivos de oferta identificables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El nombre de descarga usa la cotización y el cliente del formulario.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Patrón definido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CA_125_26_CLIENTE_AGITADOR.docx como ejemplo del formato acordado.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Nombre compatible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normalizan mayúsculas, tildes y caracteres especiales para Windows.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Información requerida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Si falta cotización o cliente, se avisa antes de seleccionar la plantilla.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El número de cotización aporta el prefijo y el año: no se inventan automáticamente.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INTERFAZ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Información general visible y compacta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sección 0 facilita identificar a quién corresponde la selección.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15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Cliente y contacto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Cliente, contacto, ciudad, teléfono, celular y correo en un resumen de solo lectura.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Responsable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Elaborador, cargo, extensión, celular y correo sincronizados con los controles de ingreso.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Menor ocupación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Dos grupos horizontales adaptables; TAG con ancho visual de ocho caracteres, sin límite de dato.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El ingreso original y las variables de oferta se conservan.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Propiedades típicas según el 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base de procesos puede aportar valores iniciales sin inventar datos técnicos.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16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Datos opcionales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Viscosidad y densidad típicas administradas junto con la descripción del proceso.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Edición posterior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Al elegir proceso se aplican los valores definidos; el usuario puede ajustarlos.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Ausencias visibles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Si falta un valor típico, se conserva el actual y se informa; recalcular no pisa la edición.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La base de procesos también amplió su ventana para mejorar la consulta y edición.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Recomendaciones disponibles: señal para consultar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El conocimiento asociado al proceso es visible sin ocupar toda la pantalla.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17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Administración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Texto multilínea por proceso; edición desde la base, con respeto por Guardar y Cancelar.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Consulta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Desde selección se abre el contenido del proceso actual en modo de solo lectura.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Señal contextual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Botón ámbar y etiqueta «! Consultar» solo cuando hay texto distinto de espacios.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La señal se actualiza al cambiar de proceso o modificar las recomendaciones.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CÁLCULO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Factor de viscosidad: reglas y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ajustaron los tramos bajos y se advierte cuándo se extrapola la curva.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18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50008"/>
            <a:ext cx="285750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68879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Viscosidad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350008"/>
            <a:ext cx="422910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468879"/>
            <a:ext cx="40325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Tratamiento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350008"/>
            <a:ext cx="400050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468879"/>
            <a:ext cx="3803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Mensaje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31566"/>
            <a:ext cx="28575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50438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Menor de 10 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931566"/>
            <a:ext cx="42291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3050438"/>
            <a:ext cx="40325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Factor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2931566"/>
            <a:ext cx="40005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3050438"/>
            <a:ext cx="3803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Sin aviso por límite de curva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13124"/>
            <a:ext cx="28575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631996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10 a menos de 20 cP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513124"/>
            <a:ext cx="42291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3631996"/>
            <a:ext cx="40325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Factor 1,05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3513124"/>
            <a:ext cx="40005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4968" y="3631996"/>
            <a:ext cx="3803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Sin aviso por límite de curva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94683"/>
            <a:ext cx="28575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213555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Desde 20 hasta 2000 cP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094683"/>
            <a:ext cx="42291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4213555"/>
            <a:ext cx="40325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Fórmula logarítmica existente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094683"/>
            <a:ext cx="40005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44968" y="4213555"/>
            <a:ext cx="3803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Sin aviso por límite de curva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76241"/>
            <a:ext cx="28575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795113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Mayor de 2000 cP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4676241"/>
            <a:ext cx="42291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3008" y="4795113"/>
            <a:ext cx="40325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Se conserva el cálculo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4676241"/>
            <a:ext cx="40005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4795113"/>
            <a:ext cx="3803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Se informa factor estimado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El aviso no bloquea la selección ni convierte la estimación en una validación física.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CÁLCULO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Kp expresado como número adimensional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cambió la representación del coeficiente conservando la potencia calculada.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19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Conversión de catálogo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53 coeficientes activos convertidos; la entrada N.A. permanece en cero.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Base de cálculo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P = Kp × rho × n³ × D⁵ con unidades SI y agua de referencia de 1000 kg/m³.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Equivalencia verificada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El historial registra 216 comparaciones y un error relativo máximo cercano a 7,1 × 10⁻¹⁶.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Es una conversión de unidades y coeficientes, no una recalibración física del catálogo.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AVISOS TÉCNICOS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RPM: advertir solo cuando corresponde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retiran los campos visibles de referencia y máximo; se conserva el dato interno.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20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50008"/>
            <a:ext cx="4914900" cy="525780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68879"/>
            <a:ext cx="471830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Condición sobre la propela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2350008"/>
            <a:ext cx="6195059" cy="525780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0408" y="2468879"/>
            <a:ext cx="599846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Resultado en pantalla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98648"/>
            <a:ext cx="491490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017520"/>
            <a:ext cx="471830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RPM ≤ referencia × 1,1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2898648"/>
            <a:ext cx="6195059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0408" y="3017520"/>
            <a:ext cx="599846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No se muestra la nota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47287"/>
            <a:ext cx="4914900" cy="5257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66159"/>
            <a:ext cx="471830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RPM &gt; referencia × 1,1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3447287"/>
            <a:ext cx="6195059" cy="5257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0408" y="3566159"/>
            <a:ext cx="599846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Se muestra la advertencia ámbar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95927"/>
            <a:ext cx="491490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114799"/>
            <a:ext cx="471830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Sin referencia válida / N.A.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3995927"/>
            <a:ext cx="6195059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0408" y="4114799"/>
            <a:ext cx="5998464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No se muestra la nota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La alerta orienta al usuario: no bloquea la velocidad seleccionada.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709160"/>
            <a:ext cx="10789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76408"/>
                </a:solidFill>
                <a:latin typeface="Arial"/>
              </a:defRPr>
            </a:pPr>
            <a:r>
              <a:t>«Las rpm seleccionadas superan en más de 10% las rpm de referencia</a:t>
            </a:r>
          </a:p>
          <a:p>
            <a:pPr>
              <a:spcAft>
                <a:spcPts val="900"/>
              </a:spcAft>
              <a:defRPr sz="1600" b="0">
                <a:solidFill>
                  <a:srgbClr val="A76408"/>
                </a:solidFill>
                <a:latin typeface="Arial"/>
              </a:defRPr>
            </a:pPr>
            <a:r>
              <a:t>(137.0) para esta propela, usar con precaución»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GESTIÓN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Seis bases con estado de vinculación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La aplicación permite comprobar y gestionar los vínculos desde un mismo panel.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21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Visibilidad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Indicador N/6 para Procesos, Materiales, Partes, Historial, Clientes y Elaboradores.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Conexión centralizada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Vincular o revincular por base, o detectar los seis JSON seleccionando DATABASE.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Separación de activos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Datos operativos en FILES/DATABASE fuera de Git; código y documentación versionados.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Partes de costeo incorporó vínculo a archivo, además de su persistencia local.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GESTIÓN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Cambios externos: aviso antes de sobrescribir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 añadió una guardia de concurrencia optimista en las seis bases.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22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Comparación previa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Antes de guardar se relee el archivo y se compara con la última versión sincronizada.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Decisión explícita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Aceptar conserva y guarda la versión local; Cancelar adopta la versión del archivo.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Límite importante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No hay fusión por registro ni bloqueo transaccional; Drive sincronizado no resuelve esto.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Si los conflictos son frecuentes, evaluar concurrencia real para Clientes e Historial.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VERIFICACIÓN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Qué se ha validado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Evidencia documentada en el historial; la cobertura varía según el cambio.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23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50008"/>
            <a:ext cx="185166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68879"/>
            <a:ext cx="1655063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Frente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2350008"/>
            <a:ext cx="637794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2468879"/>
            <a:ext cx="61813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Comprobaciones registradas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2350008"/>
            <a:ext cx="2857500" cy="558698"/>
          </a:xfrm>
          <a:prstGeom prst="rect">
            <a:avLst/>
          </a:prstGeom>
          <a:solidFill>
            <a:srgbClr val="12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7" y="2468879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Alcance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31566"/>
            <a:ext cx="185166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50438"/>
            <a:ext cx="1655063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Costeo / Excel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39" y="2931566"/>
            <a:ext cx="637794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168" y="3050438"/>
            <a:ext cx="61813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Totales de referencia, filas, XML y márgenes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931566"/>
            <a:ext cx="28575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7" y="3050438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Pruebas funcionales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13124"/>
            <a:ext cx="185166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631996"/>
            <a:ext cx="1655063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Word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39" y="3513124"/>
            <a:ext cx="637794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87168" y="3631996"/>
            <a:ext cx="61813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Variables, escape, formato XML y relaciones de imagen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3513124"/>
            <a:ext cx="28575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7" y="3631996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Estructura del DOCX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94683"/>
            <a:ext cx="185166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213555"/>
            <a:ext cx="1655063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Selección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39" y="4094683"/>
            <a:ext cx="637794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87168" y="4213555"/>
            <a:ext cx="61813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Datos típicos, Kp y umbrales de viscosidad / RPM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4094683"/>
            <a:ext cx="2857500" cy="558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7" y="4213555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Cálculos y navegador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76241"/>
            <a:ext cx="185166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795113"/>
            <a:ext cx="1655063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Datos / interfaz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39" y="4676241"/>
            <a:ext cx="637794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4795113"/>
            <a:ext cx="618134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Vínculos, conflictos simulados y restauración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4676241"/>
            <a:ext cx="2857500" cy="55869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7967" y="4795113"/>
            <a:ext cx="2660904" cy="44439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0364A"/>
                </a:solidFill>
                <a:latin typeface="Arial"/>
              </a:defRPr>
            </a:pPr>
            <a:r>
              <a:t>Casos controlados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No equivale a certificar todos los escenarios operativos ni la ingeniería de cada aplicación.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Límites actuales y siguientes verificaciones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Recomendaciones de gestión; no se presentan como desarrollos ya realizados.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24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Validación de entrega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Revisar una oferta representativa en Word de escritorio: formato, contenido y diagrama.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Disciplina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Asignar responsables de catálogos y propiedades típicas; acordar respaldo y uso compartido.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Medición de impacto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Medir tiempo de preparación, correcciones por oferta y frecuencia de conflictos entre usuarios.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No se dispone todavía de una medición de ahorro, retorno o reducción de errores.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66534"/>
                </a:solidFill>
                <a:latin typeface="Arial"/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09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324D"/>
                </a:solidFill>
                <a:latin typeface="Arial"/>
              </a:defRPr>
            </a:pPr>
            <a:r>
              <a:t>Balance para dirección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Cambios implementados y publicados, con límites y validaciones identificados.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5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NFS  |  AG SELECTOR  |  Cambios al 29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2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778"/>
                </a:solidFill>
                <a:latin typeface="Arial"/>
              </a:defRPr>
            </a:pPr>
            <a:r>
              <a:t>25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3584448" cy="64008"/>
          </a:xfrm>
          <a:prstGeom prst="rect">
            <a:avLst/>
          </a:prstGeom>
          <a:solidFill>
            <a:srgbClr val="2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Entregado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Selección más orientada, costeo reorganizado y oferta con más información automatizada.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59152"/>
            <a:ext cx="3584448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Trazable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Historial narrativo + guía de variables + código en main. Última publicación: 3ef52f1.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359152"/>
            <a:ext cx="3584448" cy="290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59152"/>
            <a:ext cx="3584448" cy="64008"/>
          </a:xfrm>
          <a:prstGeom prst="rect">
            <a:avLst/>
          </a:prstGeom>
          <a:solidFill>
            <a:srgbClr val="A76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578608"/>
            <a:ext cx="31638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653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163824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2324D"/>
                </a:solidFill>
                <a:latin typeface="Arial"/>
              </a:defRPr>
            </a:pPr>
            <a:r>
              <a:t>Por confirmar en 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867912"/>
            <a:ext cx="3163824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36778"/>
                </a:solidFill>
                <a:latin typeface="Arial"/>
              </a:defRPr>
            </a:pPr>
            <a:r>
              <a:t>Calidad final en Word, adopción del equipo e impacto operativo mediante indicadores.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59552"/>
            <a:ext cx="11155680" cy="576072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687568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Prioridad sugerida: validar un caso completo de selección → presupuesto → oferta.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 SELECTOR | Cambios realizados</dc:title>
  <dc:subject>Avances para dirección | 22–29 de octubre de 2026</dc:subject>
  <dc:creator>NFS</dc:creator>
  <cp:keywords>AG SELECTOR, selección, costeo, oferta, avances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